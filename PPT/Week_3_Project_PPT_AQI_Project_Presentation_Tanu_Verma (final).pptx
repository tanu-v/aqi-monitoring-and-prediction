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2" orient="horz"/>
        <p:guide pos="192"/>
        <p:guide pos="108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sign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 cap="flat" cmpd="sng" w="25400">
            <a:solidFill>
              <a:srgbClr val="2132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white background&#10;&#10;Description automatically generated with medium confidence" id="9" name="Google Shape;9;p1"/>
          <p:cNvPicPr preferRelativeResize="0"/>
          <p:nvPr/>
        </p:nvPicPr>
        <p:blipFill rotWithShape="1">
          <a:blip r:embed="rId2">
            <a:alphaModFix amt="16000"/>
          </a:blip>
          <a:srcRect b="63695" l="0" r="1618" t="24724"/>
          <a:stretch/>
        </p:blipFill>
        <p:spPr>
          <a:xfrm>
            <a:off x="0" y="-1"/>
            <a:ext cx="9839325" cy="72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reepik.com/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desk with a computer&#10;&#10;Description automatically generated" id="19" name="Google Shape;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/>
          <p:nvPr/>
        </p:nvSpPr>
        <p:spPr>
          <a:xfrm>
            <a:off x="5873750" y="584200"/>
            <a:ext cx="4673600" cy="977900"/>
          </a:xfrm>
          <a:prstGeom prst="roundRect">
            <a:avLst>
              <a:gd fmla="val 16667" name="adj"/>
            </a:avLst>
          </a:prstGeom>
          <a:solidFill>
            <a:srgbClr val="EBEEF9"/>
          </a:solidFill>
          <a:ln cap="flat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"/>
          <p:cNvSpPr txBox="1"/>
          <p:nvPr/>
        </p:nvSpPr>
        <p:spPr>
          <a:xfrm>
            <a:off x="4151586" y="3429000"/>
            <a:ext cx="6870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 Quality Index (AQI) Monitoring &amp; Prediction</a:t>
            </a: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6"/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descr="A close up of a logo&#10;&#10;Description automatically generated" id="23" name="Google Shape;2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yellow and red shell logo&#10;&#10;Description automatically generated" id="24" name="Google Shape;24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6"/>
          <p:cNvSpPr txBox="1"/>
          <p:nvPr/>
        </p:nvSpPr>
        <p:spPr>
          <a:xfrm>
            <a:off x="7207045" y="4926850"/>
            <a:ext cx="3986855" cy="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5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by –Tanu Verma</a:t>
            </a:r>
            <a:endParaRPr b="1" i="1" sz="25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b="0" i="0" sz="20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www.freepik.com/</a:t>
            </a:r>
            <a:endParaRPr b="0" i="0" sz="12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7"/>
          <p:cNvCxnSpPr/>
          <p:nvPr/>
        </p:nvCxnSpPr>
        <p:spPr>
          <a:xfrm>
            <a:off x="0" y="6055360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ladder leading to a large yellow circle&#10;&#10;Description automatically generated" id="34" name="Google Shape;34;p7"/>
          <p:cNvPicPr preferRelativeResize="0"/>
          <p:nvPr/>
        </p:nvPicPr>
        <p:blipFill rotWithShape="1">
          <a:blip r:embed="rId4">
            <a:alphaModFix amt="85000"/>
          </a:blip>
          <a:srcRect b="0" l="13763" r="13650" t="6135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361550" y="1942625"/>
            <a:ext cx="6858000" cy="3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the impact of air pollution on health and environment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 AQI classification using Machine Learning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 end-to-end ML pipeline: Data → Model → Deployment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 the model for real-world predictions (Flask / Streamlit)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ools and Technology used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304800" y="1714500"/>
            <a:ext cx="58206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Python, Pandas, NumPy, Scikit-learn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RandomForestClassifier for AQI bucket prediction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 &amp; Seaborn for data visualization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Flask API &amp; Streamlit for deployment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Heroku / Streamlit Cloud for hosting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8" title="ChatGPT-Image-May-8-2025-at-04_07_44-PM-1024x68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450" y="2113075"/>
            <a:ext cx="5953549" cy="38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r>
              <a:rPr b="1" i="0" lang="en-US" sz="1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332850" y="1885225"/>
            <a:ext cx="6038100" cy="379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Collection &amp; Preprocessing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Engineering (Date extraction, Encoding, Scaling)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Training (RandomForestClassifier)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Evaluation (Accuracy, Confusion Matrix, Classification Report)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 trained artifacts as </a:t>
            </a:r>
            <a:r>
              <a:rPr b="0" i="0" lang="en-US" sz="1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.pkl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 using Flask API &amp; Streamlit UI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7 stages of software product development process or SDLC or Software Development Life Cycle (Provided by Getty Images)" id="50" name="Google Shape;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125" y="1885213"/>
            <a:ext cx="5926876" cy="37932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Problem Statement:  </a:t>
            </a:r>
            <a:endParaRPr b="1" i="0" sz="20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0"/>
          <p:cNvSpPr txBox="1"/>
          <p:nvPr/>
        </p:nvSpPr>
        <p:spPr>
          <a:xfrm>
            <a:off x="591100" y="2143475"/>
            <a:ext cx="5667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Rising air pollution levels cause severe health hazards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accessible, real-time AQI prediction tools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AQI classification methods are inefficient and slow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r Pollution Illustration Featuring the Concepts of Climate Change and Global Warming, City Roads Covered in Smog, Factory Smoke, and Industrial (Provided by Getty Images)"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9550" y="1714500"/>
            <a:ext cx="5468549" cy="38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Solution:  </a:t>
            </a:r>
            <a:endParaRPr b="1" i="0" sz="20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390250" y="1956975"/>
            <a:ext cx="59676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an ML model to classify AQI buckets accurately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 automated pipeline for preprocessing &amp; prediction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 as a web application (Flask / Streamlit) for easy access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a scalable solution for real-time AQI monitoring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op pollution vector concept for web banner, website page (Provided by Getty Images)" id="64" name="Google Shape;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00" y="1746975"/>
            <a:ext cx="5529349" cy="336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Screenshot of Output:  </a:t>
            </a:r>
            <a:endParaRPr b="1" i="0" sz="20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2" title="Screenshot 2025-09-13 23443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517" y="1740880"/>
            <a:ext cx="6102626" cy="4935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2143" y="3322846"/>
            <a:ext cx="5322889" cy="33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2143" y="767209"/>
            <a:ext cx="5322889" cy="2661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b="1" i="0" lang="en-US" sz="1800" u="none" cap="none" strike="noStrik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800" u="none" cap="none" strike="noStrik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519350" y="1982100"/>
            <a:ext cx="5576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an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AQI ML pipeline</a:t>
            </a:r>
            <a:b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Achieved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accuracy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RandomForest model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Successfully deployed the model for real-world predictions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Scalable solution, ready for real-time AQI monitoring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Process Mining infographics presentation vector has Data Cleaning, Integration, Selection, Transformation, Data Mining and Knowledge Representation. Analyzing data to improve business processes. (Provided by Getty Images)"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1063" y="826725"/>
            <a:ext cx="5635488" cy="5638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ree Images : font, text, blackboard, rectangle, plywood, picture ..." id="84" name="Google Shape;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575" y="1826625"/>
            <a:ext cx="9490698" cy="450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