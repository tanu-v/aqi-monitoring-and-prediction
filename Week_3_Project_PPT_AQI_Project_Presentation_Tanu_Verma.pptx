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Roboto Mono" panose="020F0502020204030204" pitchFamily="49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A close up of a sig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 w="25400" cap="flat" cmpd="sng">
            <a:solidFill>
              <a:srgbClr val="2132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9;p1" descr="A blue and white background&#10;&#10;Description automatically generated with medium confidence"/>
          <p:cNvPicPr preferRelativeResize="0"/>
          <p:nvPr/>
        </p:nvPicPr>
        <p:blipFill rotWithShape="1">
          <a:blip r:embed="rId7">
            <a:alphaModFix amt="16000"/>
          </a:blip>
          <a:srcRect t="24724" r="1618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6" descr="A person sitting at a desk with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6"/>
          <p:cNvSpPr/>
          <p:nvPr/>
        </p:nvSpPr>
        <p:spPr>
          <a:xfrm>
            <a:off x="5873750" y="584200"/>
            <a:ext cx="4673600" cy="977900"/>
          </a:xfrm>
          <a:prstGeom prst="roundRect">
            <a:avLst>
              <a:gd name="adj" fmla="val 16667"/>
            </a:avLst>
          </a:prstGeom>
          <a:solidFill>
            <a:srgbClr val="EBEEF9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6"/>
          <p:cNvSpPr txBox="1"/>
          <p:nvPr/>
        </p:nvSpPr>
        <p:spPr>
          <a:xfrm>
            <a:off x="4151586" y="3429000"/>
            <a:ext cx="6870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</a:rPr>
              <a:t>Air Quality Index (AQI) Monitoring &amp; Prediction</a:t>
            </a: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6"/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23" name="Google Shape;23;p6" descr="A close up of a logo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6" descr="A yellow and red shell 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6"/>
          <p:cNvSpPr txBox="1"/>
          <p:nvPr/>
        </p:nvSpPr>
        <p:spPr>
          <a:xfrm>
            <a:off x="7207045" y="4926850"/>
            <a:ext cx="3986855" cy="8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 i="1" u="sng" dirty="0">
                <a:solidFill>
                  <a:schemeClr val="lt1"/>
                </a:solidFill>
              </a:rPr>
              <a:t>Project by –Tanu Verma</a:t>
            </a:r>
            <a:endParaRPr sz="2500" b="1" i="1" u="sng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sz="2000" b="0" i="0" u="none" strike="noStrike" cap="non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</a:t>
            </a:r>
            <a:endParaRPr/>
          </a:p>
        </p:txBody>
      </p:sp>
      <p:sp>
        <p:nvSpPr>
          <p:cNvPr id="32" name="Google Shape;32;p7"/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www.freepik.com/</a:t>
            </a:r>
            <a:endParaRPr sz="12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7"/>
          <p:cNvCxnSpPr/>
          <p:nvPr/>
        </p:nvCxnSpPr>
        <p:spPr>
          <a:xfrm>
            <a:off x="0" y="6055360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4" name="Google Shape;34;p7" descr="A ladder leading to a large yellow circle&#10;&#10;Description automatically generated"/>
          <p:cNvPicPr preferRelativeResize="0"/>
          <p:nvPr/>
        </p:nvPicPr>
        <p:blipFill rotWithShape="1">
          <a:blip r:embed="rId4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/>
          </a:p>
        </p:txBody>
      </p:sp>
      <p:sp>
        <p:nvSpPr>
          <p:cNvPr id="36" name="Google Shape;36;p7"/>
          <p:cNvSpPr txBox="1"/>
          <p:nvPr/>
        </p:nvSpPr>
        <p:spPr>
          <a:xfrm>
            <a:off x="361550" y="1942625"/>
            <a:ext cx="6858000" cy="3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/>
              <a:t>Understand the impact of air pollution on health and environment</a:t>
            </a:r>
            <a:br>
              <a:rPr lang="en-US" sz="1800"/>
            </a:br>
            <a:endParaRPr sz="18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/>
              <a:t>Automate AQI classification using Machine Learning</a:t>
            </a:r>
            <a:br>
              <a:rPr lang="en-US" sz="1800"/>
            </a:br>
            <a:endParaRPr sz="18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/>
              <a:t>Build an end-to-end ML pipeline: Data → Model → Deployment</a:t>
            </a:r>
            <a:br>
              <a:rPr lang="en-US" sz="1800"/>
            </a:br>
            <a:endParaRPr sz="18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/>
              <a:t>Deploy the model for real-world predictions (Flask / Streamlit)</a:t>
            </a:r>
            <a:br>
              <a:rPr lang="en-US" sz="1600"/>
            </a:b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0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ools and Technology used </a:t>
            </a:r>
            <a:endParaRPr/>
          </a:p>
        </p:txBody>
      </p:sp>
      <p:sp>
        <p:nvSpPr>
          <p:cNvPr id="42" name="Google Shape;42;p8"/>
          <p:cNvSpPr txBox="1"/>
          <p:nvPr/>
        </p:nvSpPr>
        <p:spPr>
          <a:xfrm>
            <a:off x="304800" y="1714500"/>
            <a:ext cx="5820600" cy="42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Python, Pandas, NumPy, Scikit-learn</a:t>
            </a:r>
            <a:br>
              <a:rPr lang="en-US" sz="1900"/>
            </a:b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RandomForestClassifier for AQI bucket prediction</a:t>
            </a:r>
            <a:br>
              <a:rPr lang="en-US" sz="1900"/>
            </a:b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Matplotlib &amp; Seaborn for data visualization</a:t>
            </a:r>
            <a:br>
              <a:rPr lang="en-US" sz="1900"/>
            </a:b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Flask API &amp; Streamlit for deployment</a:t>
            </a:r>
            <a:br>
              <a:rPr lang="en-US" sz="1900"/>
            </a:b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Heroku / Streamlit Cloud for hosting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" name="Google Shape;43;p8" title="ChatGPT-Image-May-8-2025-at-04_07_44-PM-1024x68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8450" y="2113075"/>
            <a:ext cx="5953549" cy="38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r>
              <a:rPr lang="en-US" sz="18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9"/>
          <p:cNvSpPr txBox="1"/>
          <p:nvPr/>
        </p:nvSpPr>
        <p:spPr>
          <a:xfrm>
            <a:off x="332850" y="1885225"/>
            <a:ext cx="6038100" cy="3793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Data Collection &amp; Preprocessing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Feature Engineering (Date extraction, Encoding, Scaling)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Model Training (RandomForestClassifier)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Model Evaluation (Accuracy, Confusion Matrix, Classification Report)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Save trained artifacts as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.pkl</a:t>
            </a:r>
            <a:r>
              <a:rPr lang="en-US" sz="1800">
                <a:solidFill>
                  <a:schemeClr val="dk1"/>
                </a:solidFill>
              </a:rPr>
              <a:t> files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Deploy using Flask API &amp; Streamlit UI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" name="Google Shape;50;p9" descr="7 stages of software product development process or SDLC or Software Development Life Cycle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5125" y="1885213"/>
            <a:ext cx="5926876" cy="379322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Problem Statement:  </a:t>
            </a:r>
            <a:endParaRPr sz="2000" b="1" i="0" u="none" strike="noStrike" cap="non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0"/>
          <p:cNvSpPr txBox="1"/>
          <p:nvPr/>
        </p:nvSpPr>
        <p:spPr>
          <a:xfrm>
            <a:off x="591100" y="2143475"/>
            <a:ext cx="56673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Rising air pollution levels cause severe health hazards</a:t>
            </a:r>
            <a:br>
              <a:rPr lang="en-US" sz="1800"/>
            </a:b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Lack of accessible, real-time AQI prediction tools</a:t>
            </a:r>
            <a:br>
              <a:rPr lang="en-US" sz="1800"/>
            </a:b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Manual AQI classification methods are inefficient and slow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57" name="Google Shape;57;p10" descr="Air Pollution Illustration Featuring the Concepts of Climate Change and Global Warming, City Roads Covered in Smog, Factory Smoke, and Industrial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9550" y="1714500"/>
            <a:ext cx="5468549" cy="385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Solution:  </a:t>
            </a:r>
            <a:endParaRPr sz="2000" b="1" i="0" u="none" strike="noStrike" cap="non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390250" y="1956975"/>
            <a:ext cx="59676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Develop an ML model to classify AQI buckets accurately</a:t>
            </a:r>
            <a:br>
              <a:rPr lang="en-US" sz="1800"/>
            </a:b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Build an automated pipeline for preprocessing &amp; prediction</a:t>
            </a:r>
            <a:br>
              <a:rPr lang="en-US" sz="1800"/>
            </a:b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Deploy as a web application (Flask / Streamlit) for easy access</a:t>
            </a:r>
            <a:br>
              <a:rPr lang="en-US" sz="1800"/>
            </a:b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Provide a scalable solution for real-time AQI monitoring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1" descr="Stop pollution vector concept for web banner, website page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00" y="1746975"/>
            <a:ext cx="5529349" cy="3364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Screenshot of Output:  </a:t>
            </a:r>
            <a:endParaRPr sz="2000" b="1" i="0" u="none" strike="noStrike" cap="non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2" title="Screenshot 2025-09-13 2344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625" y="1563900"/>
            <a:ext cx="8874899" cy="509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Conclusion:</a:t>
            </a:r>
            <a:r>
              <a:rPr lang="en-US" sz="18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800" b="0" i="0" u="none" strike="noStrike" cap="non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519350" y="1982100"/>
            <a:ext cx="55767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Built an </a:t>
            </a:r>
            <a:r>
              <a:rPr lang="en-US" sz="1800" b="1">
                <a:solidFill>
                  <a:schemeClr val="dk1"/>
                </a:solidFill>
              </a:rPr>
              <a:t>end-to-end AQI ML pipeline</a:t>
            </a:r>
            <a:br>
              <a:rPr lang="en-US" sz="1800" b="1">
                <a:solidFill>
                  <a:schemeClr val="dk1"/>
                </a:solidFill>
              </a:rPr>
            </a:b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Achieved </a:t>
            </a:r>
            <a:r>
              <a:rPr lang="en-US" sz="1800" b="1">
                <a:solidFill>
                  <a:schemeClr val="dk1"/>
                </a:solidFill>
              </a:rPr>
              <a:t>high accuracy</a:t>
            </a:r>
            <a:r>
              <a:rPr lang="en-US" sz="1800">
                <a:solidFill>
                  <a:schemeClr val="dk1"/>
                </a:solidFill>
              </a:rPr>
              <a:t> with RandomForest model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Successfully deployed the model for real-world predictions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Scalable solution, ready for real-time AQI monitoring</a:t>
            </a:r>
            <a:br>
              <a:rPr lang="en-US" sz="1800">
                <a:solidFill>
                  <a:schemeClr val="dk1"/>
                </a:solidFill>
              </a:rPr>
            </a:br>
            <a:endParaRPr sz="18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13" descr="Data Process Mining infographics presentation vector has Data Cleaning, Integration, Selection, Transformation, Data Mining and Knowledge Representation. Analyzing data to improve business processes.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1063" y="826725"/>
            <a:ext cx="5635488" cy="5638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Widescreen</PresentationFormat>
  <Paragraphs>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Arial</vt:lpstr>
      <vt:lpstr>Roboto Mono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ketan verma</cp:lastModifiedBy>
  <cp:revision>1</cp:revision>
  <dcterms:modified xsi:type="dcterms:W3CDTF">2025-09-13T19:37:05Z</dcterms:modified>
</cp:coreProperties>
</file>